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bb6284fd44c61" /><Relationship Type="http://schemas.openxmlformats.org/officeDocument/2006/relationships/extended-properties" Target="/docProps/app.xml" Id="Rbfdb1c73c0f04732" /><Relationship Type="http://schemas.openxmlformats.org/officeDocument/2006/relationships/officeDocument" Target="/ppt/presentation.xml" Id="R59b0f87da4bc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469692b324d36"/>
  </p:sldMasterIdLst>
  <p:notesMasterIdLst>
    <p:notesMasterId xmlns:r="http://schemas.openxmlformats.org/officeDocument/2006/relationships" r:id="Ra844ef103403415d"/>
  </p:notesMasterIdLst>
  <p:sldIdLst>
    <p:sldId xmlns:r="http://schemas.openxmlformats.org/officeDocument/2006/relationships" id="256" r:id="R5d618ad49c0044c7"/>
    <p:sldId xmlns:r="http://schemas.openxmlformats.org/officeDocument/2006/relationships" id="257" r:id="R2050dffa5b394dbd"/>
    <p:sldId xmlns:r="http://schemas.openxmlformats.org/officeDocument/2006/relationships" id="258" r:id="R945a586ebb0a4ab0"/>
    <p:sldId xmlns:r="http://schemas.openxmlformats.org/officeDocument/2006/relationships" id="259" r:id="Rdcb321c686a8469a"/>
    <p:sldId xmlns:r="http://schemas.openxmlformats.org/officeDocument/2006/relationships" id="260" r:id="R25a24a3975f64181"/>
    <p:sldId xmlns:r="http://schemas.openxmlformats.org/officeDocument/2006/relationships" id="261" r:id="R7152e9a6f29b41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469692b324d36" /><Relationship Type="http://schemas.openxmlformats.org/officeDocument/2006/relationships/theme" Target="/ppt/theme/theme1.xml" Id="Rf4bd5ed61cea4983" /><Relationship Type="http://schemas.openxmlformats.org/officeDocument/2006/relationships/notesMaster" Target="/ppt/notesMasters/notesMaster1.xml" Id="Ra844ef103403415d" /><Relationship Type="http://schemas.openxmlformats.org/officeDocument/2006/relationships/presProps" Target="/ppt/presProps.xml" Id="R39d92d72d70a4c29" /><Relationship Type="http://schemas.openxmlformats.org/officeDocument/2006/relationships/viewProps" Target="/ppt/viewProps.xml" Id="R921fce2c03264260" /><Relationship Type="http://schemas.openxmlformats.org/officeDocument/2006/relationships/tableStyles" Target="/ppt/tableStyles.xml" Id="Ref8ecd5d49044a36" /><Relationship Type="http://schemas.openxmlformats.org/officeDocument/2006/relationships/slide" Target="/ppt/slides/slide1.xml" Id="R5d618ad49c0044c7" /><Relationship Type="http://schemas.openxmlformats.org/officeDocument/2006/relationships/slide" Target="/ppt/slides/slide2.xml" Id="R2050dffa5b394dbd" /><Relationship Type="http://schemas.openxmlformats.org/officeDocument/2006/relationships/slide" Target="/ppt/slides/slide3.xml" Id="R945a586ebb0a4ab0" /><Relationship Type="http://schemas.openxmlformats.org/officeDocument/2006/relationships/slide" Target="/ppt/slides/slide4.xml" Id="Rdcb321c686a8469a" /><Relationship Type="http://schemas.openxmlformats.org/officeDocument/2006/relationships/slide" Target="/ppt/slides/slide5.xml" Id="R25a24a3975f64181" /><Relationship Type="http://schemas.openxmlformats.org/officeDocument/2006/relationships/slide" Target="/ppt/slides/slide6.xml" Id="R7152e9a6f29b41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70863353ff42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71a10c37f4114" /><Relationship Type="http://schemas.openxmlformats.org/officeDocument/2006/relationships/notesMaster" Target="/ppt/notesMasters/notesMaster1.xml" Id="R6e948f20f02d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49821d5d14a42" /><Relationship Type="http://schemas.openxmlformats.org/officeDocument/2006/relationships/notesMaster" Target="/ppt/notesMasters/notesMaster1.xml" Id="Rd5c6118a479040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d7f29a530447d2" /><Relationship Type="http://schemas.openxmlformats.org/officeDocument/2006/relationships/notesMaster" Target="/ppt/notesMasters/notesMaster1.xml" Id="Ra6b1f6c72b0e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a594a4fe7425d" /><Relationship Type="http://schemas.openxmlformats.org/officeDocument/2006/relationships/notesMaster" Target="/ppt/notesMasters/notesMaster1.xml" Id="Rcbf50968bec44c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a880cb99c4fe5" /><Relationship Type="http://schemas.openxmlformats.org/officeDocument/2006/relationships/notesMaster" Target="/ppt/notesMasters/notesMaster1.xml" Id="R9fd2bf496ca844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ce83885284a4c" /><Relationship Type="http://schemas.openxmlformats.org/officeDocument/2006/relationships/notesMaster" Target="/ppt/notesMasters/notesMaster1.xml" Id="R10d8e2e8825d4e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????????????????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f719b73be42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84A2576-0002-4E32-B5AA-6838024554C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53C4D4-CF6C-4E16-A554-A7919880DF8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BBFDB-AA4D-4514-800E-F8261320EBE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FDDFE0-06D7-4C5D-B9DD-D0520B9E6C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a730479e944498" /><Relationship Type="http://schemas.openxmlformats.org/officeDocument/2006/relationships/slideLayout" Target="/ppt/slideLayouts/slideLayout2.xml" Id="Rf80be6711b774d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B6B0BC-AEF3-44E3-B0EE-5DDA55DE5F9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be6711b774d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feef1be2df4231" /><Relationship Type="http://schemas.openxmlformats.org/officeDocument/2006/relationships/notesSlide" Target="/ppt/notesSlides/notesSlide1.xml" Id="R12a34049c66c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3c55e448f4070" /><Relationship Type="http://schemas.openxmlformats.org/officeDocument/2006/relationships/notesSlide" Target="/ppt/notesSlides/notesSlide2.xml" Id="Ra36ed9ec410f43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48c7dcc5714200" /><Relationship Type="http://schemas.openxmlformats.org/officeDocument/2006/relationships/notesSlide" Target="/ppt/notesSlides/notesSlide3.xml" Id="R8dd16ed657dd48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afe826d7e4580" /><Relationship Type="http://schemas.openxmlformats.org/officeDocument/2006/relationships/image" Target="/ppt/media/image.jpeg" Id="R831e8a3bfcd94261" /><Relationship Type="http://schemas.openxmlformats.org/officeDocument/2006/relationships/image" Target="/ppt/media/image2.jpeg" Id="R307b01fddc49419f" /><Relationship Type="http://schemas.openxmlformats.org/officeDocument/2006/relationships/notesSlide" Target="/ppt/notesSlides/notesSlide4.xml" Id="R3cdd47f1f16f4a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88e0a20614d26" /><Relationship Type="http://schemas.openxmlformats.org/officeDocument/2006/relationships/notesSlide" Target="/ppt/notesSlides/notesSlide5.xml" Id="R824c1ca546ff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df3937866f46ed" /><Relationship Type="http://schemas.openxmlformats.org/officeDocument/2006/relationships/notesSlide" Target="/ppt/notesSlides/notesSlide6.xml" Id="R792c2e5700fb46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CE89-9789-416C-B3B3-6ECF2B3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8C664-91F3-47CF-BE56-89CE4565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C8E74-7570-4F7B-85C3-11B1D5B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E5A76-BCD6-4F17-9DBC-EE8106D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286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290D4-C2D2-4C02-9B90-C18FB08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28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4372A-DACE-4D61-A9E1-33222EBB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80371-B41F-4CF0-BC25-87B553D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??????????????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B8B54-F3D3-4E06-832F-6978DD83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2E"/>
                </a:solidFill>
              </a:defRPr>
            </a:pPr>
            <a:r>
              <a:rPr sz="1350" b="0">
                <a:solidFill>
                  <a:srgbClr val="17232E"/>
                </a:solidFill>
              </a:rPr>
              <a:t>??? AI ???? SaaS ??????????????????????????????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9AE92-EF80-459C-8A15-8CFDB889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9F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98475-7598-44DF-83C1-18B78F1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06CF3-784C-4337-BB87-3E27A81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44A"/>
                </a:solidFill>
              </a:defRPr>
            </a:pPr>
            <a:r>
              <a:rPr sz="1200" b="1">
                <a:solidFill>
                  <a:srgbClr val="12344A"/>
                </a:solidFill>
              </a:rPr>
              <a:t>?????????????????????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1C770-27B8-4EC7-B930-ECB1E23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810000" cy="44958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23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E237D-4D2B-4EA6-AB5B-41A439B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57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????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9008C-9349-4D4A-8395-AE2494B2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??????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FE77A-5570-404D-AA00-9CE59D5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1. Merchant-style customer assistant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2. Review sentiment and defect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1F503-7963-499F-A856-F0C09C4F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90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????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1BC4-0A8E-4BDF-BB4D-89B1905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??? MVP?????? 50%??????? RAG ?????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15429-8A13-4AD1-8773-743BAD6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?????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B12AB-67C8-44A4-8576-6725B5A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933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Streamlit?Pandas?asyncio/httpx?Gemini?DeepSeek?LangChain ? LlamaIndex?????????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639EE-1830-43FD-9650-86126D1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606C"/>
                </a:solidFill>
              </a:defRPr>
            </a:pPr>
            <a:r>
              <a:rPr sz="900" b="1">
                <a:solidFill>
                  <a:srgbClr val="51606C"/>
                </a:solidFill>
              </a:rPr>
              <a:t>???  |  ???  |  ???  |  ???</a:t>
            </a:r>
          </a:p>
        </p:txBody>
      </p:sp>
    </p:spTree>
    <p:extLst>
      <p:ext uri="{BB962C8B-B14F-4D97-AF65-F5344CB8AC3E}">
        <p14:creationId xmlns:p14="http://schemas.microsoft.com/office/powerpoint/2010/main" val="1617556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8AF5-482B-4D1E-9C8E-556A03C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D27F9-6EDE-49EF-97B1-0BBE5EE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A32D0-A8A2-47DF-9FE8-3B2D6555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62C9A-0D4A-44E4-886E-D602F98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17612-3150-492D-B6BE-CF7BEE97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02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4F21-9CE4-4195-B72D-0B46BAB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1A2C6-DD1E-4850-95C4-A3CA835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11430">
            <a:solidFill>
              <a:srgbClr val="1D7B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8B1AD-DF28-4F90-BEC1-443711F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?????????????????????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BEFC3-7E83-480E-A63B-0CCB09F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6C"/>
                </a:solidFill>
              </a:defRPr>
            </a:pPr>
            <a:r>
              <a:rPr sz="1275" b="0">
                <a:solidFill>
                  <a:srgbClr val="51606C"/>
                </a:solidFill>
              </a:rPr>
              <a:t>????????????????????????????????????????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23941-5B5C-4CF9-B683-651273DF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29C87-3CCA-4F00-9833-620AD1D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24E3C-8452-45DC-B061-5973195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44A"/>
                </a:solidFill>
              </a:defRPr>
            </a:pPr>
            <a:r>
              <a:rPr sz="1275" b="1">
                <a:solidFill>
                  <a:srgbClr val="12344A"/>
                </a:solidFill>
              </a:rPr>
              <a:t>????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8C8AA-E827-4A10-967D-49FAF4A8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971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?????????????????????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CB10A-55F5-46A6-AE65-5025311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32ABB-6FF0-4324-AE36-B1F2FCFA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41A32-2813-4077-97D4-F5E96705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44A"/>
                </a:solidFill>
              </a:defRPr>
            </a:pPr>
            <a:r>
              <a:rPr sz="1275" b="1">
                <a:solidFill>
                  <a:srgbClr val="12344A"/>
                </a:solidFill>
              </a:rPr>
              <a:t>????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B27D5-9EEC-4C74-AC32-3A296AC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971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 SaaS ???????????????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9152B-900C-4FC1-9ED7-675DDC4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3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A42D2-5A4B-4B59-94E9-833B8A6A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????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7B6FE-B941-4658-9349-CB08828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0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????? + ???????????????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5B620-5B66-4683-B0BF-642C5AB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faster customer response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clearer defect discovery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better product iteration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lower after-sales 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1E2CD-CFC2-42F0-B0FF-E7C4F33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B85C"/>
                </a:solidFill>
              </a:defRPr>
            </a:pPr>
            <a:r>
              <a:rPr sz="1125" b="1">
                <a:solidFill>
                  <a:srgbClr val="E1B85C"/>
                </a:solidFill>
              </a:rPr>
              <a:t>????????????????????????</a:t>
            </a:r>
          </a:p>
        </p:txBody>
      </p:sp>
    </p:spTree>
    <p:extLst>
      <p:ext uri="{BB962C8B-B14F-4D97-AF65-F5344CB8AC3E}">
        <p14:creationId xmlns:p14="http://schemas.microsoft.com/office/powerpoint/2010/main" val="169138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CF74-48EB-48AD-88BE-E4CB86BA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47590-C7E7-4015-A8FC-8D8DFDA6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5B821-1939-4E4F-B7A6-D138FBF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2C85-F646-4A12-A41D-0575A82E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6DCCB-E071-48FD-9831-26B5C193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03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B06FB-1AFE-44BF-B206-84E4AAC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6B51B-41F1-4961-886E-0296289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11430">
            <a:solidFill>
              <a:srgbClr val="1D7B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BB3CE-1C26-425C-92CB-3F4B1A77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?????????????????????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49E33-99F2-47E5-9F4D-527930D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6C"/>
                </a:solidFill>
              </a:defRPr>
            </a:pPr>
            <a:r>
              <a:rPr sz="1275" b="0">
                <a:solidFill>
                  <a:srgbClr val="51606C"/>
                </a:solidFill>
              </a:rPr>
              <a:t>?????????????????Prompt ????????????????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F1911-CAD2-4B2A-BF77-41EF5564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314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6A1F4-2260-4E26-9193-D6DB050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2566F-12A3-4377-BEB1-745FAD05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44A"/>
                </a:solidFill>
              </a:defRPr>
            </a:pPr>
            <a:r>
              <a:rPr sz="1275" b="1">
                <a:solidFill>
                  <a:srgbClr val="12344A"/>
                </a:solidFill>
              </a:rPr>
              <a:t>?? A?????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E4F3F-520B-4D6D-81AB-769501A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 Prompt ??? RAG 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4DAC8-1D94-4AA9-B031-8AFF01C9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3314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8BDD9-8E1F-4734-AA6E-26C9715B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05BAE-52C3-4AAD-9391-C9F7941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44A"/>
                </a:solidFill>
              </a:defRPr>
            </a:pPr>
            <a:r>
              <a:rPr sz="1275" b="1">
                <a:solidFill>
                  <a:srgbClr val="12344A"/>
                </a:solidFill>
              </a:rPr>
              <a:t>?? B?????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03C85-F259-4BE1-8EC1-D20D697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??????????????????</a:t>
            </a:r>
          </a:p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• ???????????????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E317C-F240-48CC-8F3B-BEE62C4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314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CC009-3890-42C1-BDA4-88B7C8A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4A"/>
                </a:solidFill>
              </a:defRPr>
            </a:pPr>
            <a:r>
              <a:rPr sz="1650" b="1">
                <a:solidFill>
                  <a:srgbClr val="12344A"/>
                </a:solidFill>
              </a:rPr>
              <a:t>???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24C7F-DCC8-43CD-B1F5-FB9C168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??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D5450-7F2A-4F91-8470-5D6EABC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Python?Streamlit?Altair?Pandas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D1834-C19D-444D-9D5B-836BE76F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??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2AA95-CA4E-4091-B03F-D6B3FE6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Python?asyncio?httpx?????? API ???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67A1F-07AE-4067-8792-C042A8B8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AI ???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D1641-336F-4712-966D-F52BAA9E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Gemini?DeepSeek?Prompt Engineering?LangChain ? LlamaIndex?????????</a:t>
            </a:r>
          </a:p>
        </p:txBody>
      </p:sp>
    </p:spTree>
    <p:extLst>
      <p:ext uri="{BB962C8B-B14F-4D97-AF65-F5344CB8AC3E}">
        <p14:creationId xmlns:p14="http://schemas.microsoft.com/office/powerpoint/2010/main" val="322307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21A2D-4C8C-43CC-AB5A-93A9090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CF1BE-5553-4826-8480-C7007B5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1A4E2-8E6C-4CD3-A40F-82CDF6B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FCB4D-B5FF-4ABD-82E1-3D0C2DF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B5C5-8C17-4C7D-8EF2-1BFF822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04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F5145-BF9D-4DAD-B5AE-07E650D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33CA-7838-45A3-A934-F726A7E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11430">
            <a:solidFill>
              <a:srgbClr val="1D7B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BC3B6-FF50-4ADE-84EF-3B681EE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????????????????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720CA-A214-45E2-B092-F1F495B5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6C"/>
                </a:solidFill>
              </a:defRPr>
            </a:pPr>
            <a:r>
              <a:rPr sz="1275" b="0">
                <a:solidFill>
                  <a:srgbClr val="51606C"/>
                </a:solidFill>
              </a:rPr>
              <a:t>?????????????????????????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C0547-66B6-4642-B93B-372C33F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82BC5-2038-452C-9735-4F1C3EB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e8a3bfcd94261"/>
          <a:stretch xmlns:a="http://schemas.openxmlformats.org/drawingml/2006/main"/>
        </p:blipFill>
        <p:spPr>
          <a:xfrm xmlns:a="http://schemas.openxmlformats.org/drawingml/2006/main">
            <a:off x="876300" y="2623283"/>
            <a:ext cx="4724400" cy="239248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b01fddc49419f"/>
          <a:stretch xmlns:a="http://schemas.openxmlformats.org/drawingml/2006/main"/>
        </p:blipFill>
        <p:spPr>
          <a:xfrm xmlns:a="http://schemas.openxmlformats.org/drawingml/2006/main">
            <a:off x="6591300" y="2623283"/>
            <a:ext cx="4724400" cy="239248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2025D-0451-4490-B13B-A5D87CD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????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C814A-6A1A-401C-B507-162C62A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6C"/>
                </a:solidFill>
              </a:defRPr>
            </a:pPr>
            <a:r>
              <a:rPr sz="975" b="0">
                <a:solidFill>
                  <a:srgbClr val="51606C"/>
                </a:solidFill>
              </a:rPr>
              <a:t>???????????????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D8E7A-0782-47E2-A5AA-1A3ECCB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14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????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2F148-8836-4A71-9450-F15E9E82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435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6C"/>
                </a:solidFill>
              </a:defRPr>
            </a:pPr>
            <a:r>
              <a:rPr sz="975" b="0">
                <a:solidFill>
                  <a:srgbClr val="51606C"/>
                </a:solidFill>
              </a:rPr>
              <a:t>??????????????????????</a:t>
            </a:r>
          </a:p>
        </p:txBody>
      </p:sp>
    </p:spTree>
    <p:extLst>
      <p:ext uri="{BB962C8B-B14F-4D97-AF65-F5344CB8AC3E}">
        <p14:creationId xmlns:p14="http://schemas.microsoft.com/office/powerpoint/2010/main" val="1770351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AF034-61A8-4AE4-92A4-28D904D2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F07DA-60F1-4BBA-826E-1851A929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2664-597D-4470-8F37-9211086B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49BE-645F-4C0B-A104-ADA445B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45F25-7CAB-4CE9-9690-CB0DB90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05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99B64-75D4-470D-9720-8C28898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050A7-2BD0-4963-AF12-08AD255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11430">
            <a:solidFill>
              <a:srgbClr val="1D7B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0644A-AD8F-4916-AFFF-D566B884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847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????? MVP 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49548-6A72-4B7C-88B3-F7282015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6C"/>
                </a:solidFill>
              </a:defRPr>
            </a:pPr>
            <a:r>
              <a:rPr sz="1275" b="0">
                <a:solidFill>
                  <a:srgbClr val="51606C"/>
                </a:solidFill>
              </a:rPr>
              <a:t>??????? Prompt????????????????????????? RAG ?????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4D49F-3263-4AA8-B3C0-477178F9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0A2E6-FFC0-454D-8372-9817D7D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678C0-9B62-4BA9-B91F-B4F884E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535A7-4BC0-4DFD-B69D-A66C618A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????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9543D-E5DA-4F2E-8F46-FF3E2ACC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06C"/>
                </a:solidFill>
              </a:defRPr>
            </a:pPr>
            <a:r>
              <a:rPr sz="825" b="0">
                <a:solidFill>
                  <a:srgbClr val="51606C"/>
                </a:solidFill>
              </a:rPr>
              <a:t>???? 1?2 ??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49ACB-1FB7-4D5F-A68B-801F3E0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720A1-AFFA-4E37-8D69-665C65BD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473E6-9248-4A19-90E6-D672398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DD876-BC65-4DEE-B5D8-4D81A7BE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?????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948A3-0E02-4FB4-99E7-1AE6724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06C"/>
                </a:solidFill>
              </a:defRPr>
            </a:pPr>
            <a:r>
              <a:rPr sz="825" b="0">
                <a:solidFill>
                  <a:srgbClr val="51606C"/>
                </a:solidFill>
              </a:rPr>
              <a:t>????????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8F832-1373-432D-9973-D05973B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299F6-3A5D-4CA6-937B-E07CC39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C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754CA-9F3B-4BC8-9D00-F3D3C06F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80%+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5A884-1A3C-4C41-9950-5907B88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???????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002BC-C03F-48A9-B80F-492545E7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06C"/>
                </a:solidFill>
              </a:defRPr>
            </a:pPr>
            <a:r>
              <a:rPr sz="825" b="0">
                <a:solidFill>
                  <a:srgbClr val="51606C"/>
                </a:solidFill>
              </a:rPr>
              <a:t>V2.0 Prompt ????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2C458-19CC-41CE-9233-47734C14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4191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1CB4E-CC7A-4B02-B947-531528D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?????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FA5EA-90E1-4E6B-B7F3-A3C4CAE2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?????? API ?????????? UI ?????????????? RAG ???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B66D0-8437-47E4-A293-CFDEABA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8567A5-4ED2-48B5-BDE2-9087EBC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E738F-B022-4D31-B94F-E8A8C07F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7EE5E-7874-406A-A03A-440B529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B66"/>
                </a:solidFill>
              </a:defRPr>
            </a:pPr>
            <a:r>
              <a:rPr sz="82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0BC736-E621-49C7-ACFD-0D5D5238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228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????????????? Gemini ?</a:t>
            </a:r>
          </a:p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DeepSeek</a:t>
            </a:r>
          </a:p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API???????????????????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A8A567-E10F-487C-82CB-FA79130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ED74D9-78F4-49FB-97CF-8BCA718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C896BA-6039-4358-953F-6A3743C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F760F-C74E-4BBD-841F-B4DB7CA3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B66"/>
                </a:solidFill>
              </a:defRPr>
            </a:pPr>
            <a:r>
              <a:rPr sz="82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D426AE-C276-4E07-9873-5E2D1BD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24400"/>
            <a:ext cx="2228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 Streamlit ?????Pandas</a:t>
            </a:r>
          </a:p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?????????????????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001E43-EF3A-4FF1-8188-0F1D06B4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B1A6B5-1C7B-4F42-BA03-2887562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7C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002D6-28CA-43E7-996C-9C56004D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0CB9E7-9068-4F3F-9DDB-3B94628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B66"/>
                </a:solidFill>
              </a:defRPr>
            </a:pPr>
            <a:r>
              <a:rPr sz="825" b="1">
                <a:solidFill>
                  <a:srgbClr val="1D7B66"/>
                </a:solidFill>
              </a:rPr>
              <a:t>Prompt ?????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50CFF-E2F1-42EB-AE4F-0DD30F5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2228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 Few-shot?CoT ? Prompt</a:t>
            </a:r>
          </a:p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??????????????????????????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2ACB58-7703-4A75-B087-3ACD128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756316-C3D7-46B8-AB14-8376A4B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B56A8A-2735-4361-B190-DA91CED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???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FB008B-AD7A-4798-B1D8-1FA411D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9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B66"/>
                </a:solidFill>
              </a:defRPr>
            </a:pPr>
            <a:r>
              <a:rPr sz="82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55285D-DD70-4590-9D78-DBC170AA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24400"/>
            <a:ext cx="2228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????????????????????????????</a:t>
            </a:r>
          </a:p>
          <a:p xmlns:a="http://schemas.openxmlformats.org/drawingml/2006/main">
            <a:pPr algn="l">
              <a:defRPr sz="900" b="0">
                <a:solidFill>
                  <a:srgbClr val="17232E"/>
                </a:solidFill>
              </a:defRPr>
            </a:pPr>
            <a:r>
              <a:rPr sz="900" b="0">
                <a:solidFill>
                  <a:srgbClr val="17232E"/>
                </a:solidFill>
              </a:rPr>
              <a:t>RAG ??????</a:t>
            </a:r>
          </a:p>
        </p:txBody>
      </p:sp>
    </p:spTree>
    <p:extLst>
      <p:ext uri="{BB962C8B-B14F-4D97-AF65-F5344CB8AC3E}">
        <p14:creationId xmlns:p14="http://schemas.microsoft.com/office/powerpoint/2010/main" val="1291315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1A66BA-7A1A-4DB2-AD8D-FD6BBD9F5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563A7-5598-4FEA-93C9-3265CF83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22C10-DDDC-410A-AD03-43D1AF7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616F9-E801-4E06-9DD0-91D3235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D5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DD8CC-C605-4021-9E90-1F838FB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????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5D0F0-A8D6-4CFD-BD17-7400B6E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06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98611-7C35-4FF3-A059-414F81E1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6B193-60E2-4A6B-ACDB-E66B842B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11430">
            <a:solidFill>
              <a:srgbClr val="1D7B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B8848-4BAA-47D7-BA00-B240B082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44A"/>
                </a:solidFill>
              </a:defRPr>
            </a:pPr>
            <a:r>
              <a:rPr sz="2325" b="1">
                <a:solidFill>
                  <a:srgbClr val="12344A"/>
                </a:solidFill>
              </a:rPr>
              <a:t>????????????????????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2674F-BD12-44A9-82DF-B9B12C71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6C"/>
                </a:solidFill>
              </a:defRPr>
            </a:pPr>
            <a:r>
              <a:rPr sz="1275" b="0">
                <a:solidFill>
                  <a:srgbClr val="51606C"/>
                </a:solidFill>
              </a:rPr>
              <a:t>?????? RAG ??????????????????????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993F2-9039-4548-8E5A-F0A9B9B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360AE-456F-4A39-833A-AB59786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D5451-1F31-4734-B1AE-ECD1F13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C658A-AB0A-42E3-972C-09AA035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44A"/>
                </a:solidFill>
              </a:defRPr>
            </a:pPr>
            <a:r>
              <a:rPr sz="1350" b="1">
                <a:solidFill>
                  <a:srgbClr val="12344A"/>
                </a:solidFill>
              </a:rPr>
              <a:t>RAG ??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F8AB4-7D32-40AF-8C7D-6971E07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943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?????????????????????????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34FBF-6515-42E6-B1AA-A945971C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C3434-ABC2-42F6-A81B-DCEC0DFF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CC813-C671-4EB1-9ED2-0094095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955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44A"/>
                </a:solidFill>
              </a:defRPr>
            </a:pPr>
            <a:r>
              <a:rPr sz="1350" b="1">
                <a:solidFill>
                  <a:srgbClr val="12344A"/>
                </a:solidFill>
              </a:rPr>
              <a:t>????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A5473-C399-4A2F-A4EB-6AE2D870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1943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?????????????????????????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6E3DA-F76D-4154-A279-0C98F59F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BB820-2920-4059-BA23-3234F34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7C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D7B1A-AE0C-4978-B940-8E8754F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44A"/>
                </a:solidFill>
              </a:defRPr>
            </a:pPr>
            <a:r>
              <a:rPr sz="1350" b="1">
                <a:solidFill>
                  <a:srgbClr val="12344A"/>
                </a:solidFill>
              </a:rPr>
              <a:t>????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C4948-7611-4575-A57D-20C7E406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1943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????????? UI ???????????????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883BA-0E17-4BF8-971B-B5A63E5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22DEA-4C9A-4DDE-92EF-9C5E9B33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73904-38DC-4CCB-98BF-84E630F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44A"/>
                </a:solidFill>
              </a:defRPr>
            </a:pPr>
            <a:r>
              <a:rPr sz="1350" b="1">
                <a:solidFill>
                  <a:srgbClr val="12344A"/>
                </a:solidFill>
              </a:rPr>
              <a:t>????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C78D7-62CA-4FC0-ADA2-72E9157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1943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?????????? PPT????????????????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A4AA6-93FE-4AC1-9873-2D56419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23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1A8B9-D849-46A6-B881-D15A43F4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1B85C"/>
                </a:solidFill>
              </a:defRPr>
            </a:pPr>
            <a:r>
              <a:rPr sz="1200" b="1">
                <a:solidFill>
                  <a:srgbClr val="E1B85C"/>
                </a:solidFill>
              </a:rPr>
              <a:t>?????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FACA1-799A-41F9-A5C3-254851D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???????????????????????????????? AI ??????????</a:t>
            </a:r>
          </a:p>
        </p:txBody>
      </p:sp>
    </p:spTree>
    <p:extLst>
      <p:ext uri="{BB962C8B-B14F-4D97-AF65-F5344CB8AC3E}">
        <p14:creationId xmlns:p14="http://schemas.microsoft.com/office/powerpoint/2010/main" val="1853064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2026-04-21T13:46:16.8640000Z</dcterms:created>
  <dcterms:modified xsi:type="dcterms:W3CDTF">2026-04-21T13:46:16.8640000Z</dcterms:modified>
</coreProperties>
</file>